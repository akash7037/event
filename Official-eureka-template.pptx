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57894" y="264160"/>
            <a:ext cx="101600" cy="1016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06120" y="601734"/>
            <a:ext cx="50800" cy="50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41413"/>
                </a:solidFill>
                <a:latin typeface="Inter"/>
              </a:rPr>
              <a:t>Problem &amp;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Define the problem your startup solves and introduce the founding team.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03520" cy="43891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dirty="0">
                <a:solidFill>
                  <a:srgbClr val="B0AEA5"/>
                </a:solidFill>
                <a:latin typeface="Inter"/>
              </a:rPr>
              <a:t>Startup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41413"/>
                </a:solidFill>
                <a:latin typeface="Inter"/>
              </a:rPr>
              <a:t>[Your Startup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Tagline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413"/>
                </a:solidFill>
                <a:latin typeface="Inter"/>
              </a:rPr>
              <a:t>[One-line description of your startup]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[Describe the core problem your startup addresses. What pain point exists in the market? Be specific about who experiences this problem and why current solutions fall short.]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Target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[Who are your primary users?]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Problem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41413"/>
                </a:solidFill>
                <a:latin typeface="Inter"/>
              </a:rPr>
              <a:t>[Data, surveys, or research backing]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120640" cy="4389120"/>
          </a:xfrm>
          <a:prstGeom prst="roundRect">
            <a:avLst/>
          </a:prstGeom>
          <a:solidFill>
            <a:srgbClr val="E8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057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dirty="0">
                <a:solidFill>
                  <a:srgbClr val="B0AEA5"/>
                </a:solidFill>
                <a:latin typeface="Inter"/>
              </a:rPr>
              <a:t>Team Members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423160"/>
            <a:ext cx="4754880" cy="86868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514600"/>
            <a:ext cx="4389120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41413"/>
                </a:solidFill>
                <a:latin typeface="Inter"/>
              </a:rPr>
              <a:t>[Team Member 1 — Name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[Brief background: expertise, prior experience, and key contribution to the startup]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429000"/>
            <a:ext cx="4754880" cy="86868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520440"/>
            <a:ext cx="4389120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41413"/>
                </a:solidFill>
                <a:latin typeface="Inter"/>
              </a:rPr>
              <a:t>[Team Member 2 — Name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794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[Brief background: expertise, prior experience, and key contribution to the startup]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434840"/>
            <a:ext cx="4754880" cy="868680"/>
          </a:xfrm>
          <a:prstGeom prst="round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526280"/>
            <a:ext cx="4389120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141413"/>
                </a:solidFill>
                <a:latin typeface="Inter"/>
              </a:rPr>
              <a:t>[Team Member 3 — Name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00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0AEA5"/>
                </a:solidFill>
                <a:latin typeface="Inter"/>
              </a:rPr>
              <a:t>[Brief background: expertise, prior experience, and key contribution to the startup]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86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AEA5"/>
                </a:solidFill>
                <a:latin typeface="Inter"/>
              </a:rPr>
              <a:t>College / Institution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760720"/>
            <a:ext cx="4754880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141413"/>
                </a:solidFill>
                <a:latin typeface="Inter"/>
              </a:rPr>
              <a:t>[</a:t>
            </a:r>
            <a:r>
              <a:rPr lang="en-US" sz="1200" b="0" dirty="0">
                <a:solidFill>
                  <a:srgbClr val="141413"/>
                </a:solidFill>
                <a:latin typeface="Inter"/>
              </a:rPr>
              <a:t> </a:t>
            </a:r>
            <a:r>
              <a:rPr lang="en-US" sz="1200" dirty="0">
                <a:solidFill>
                  <a:srgbClr val="141413"/>
                </a:solidFill>
                <a:latin typeface="Inter"/>
              </a:rPr>
              <a:t>VSB College of Engineering Technical campus </a:t>
            </a:r>
            <a:r>
              <a:rPr sz="1200" b="0" dirty="0">
                <a:solidFill>
                  <a:srgbClr val="141413"/>
                </a:solidFill>
                <a:latin typeface="Inter"/>
              </a:rPr>
              <a:t>]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7ACAB15-E3BE-CCAE-F07F-4A2E3227B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844" y="257851"/>
            <a:ext cx="795836" cy="85622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E293BA1-3619-128F-90FA-16884D703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090" y="151089"/>
            <a:ext cx="1783080" cy="11887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55C952F-3681-3531-641C-E80441A4C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0828" y="245463"/>
            <a:ext cx="806097" cy="8060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55320" y="699565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41413"/>
                </a:solidFill>
                <a:latin typeface="Inter"/>
              </a:rP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Explain how your product or service solves the identified problem.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7AA7F6A-E426-F94B-DC44-50968EDD868F}"/>
              </a:ext>
            </a:extLst>
          </p:cNvPr>
          <p:cNvSpPr/>
          <p:nvPr/>
        </p:nvSpPr>
        <p:spPr>
          <a:xfrm flipH="1">
            <a:off x="414921" y="393782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D16FFCA-68A6-E97A-90C1-189A90D47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4952262-0BF6-6660-D2AA-FE26CE2E7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18565" y="447040"/>
            <a:ext cx="101600" cy="1016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8785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141413"/>
                </a:solidFill>
                <a:latin typeface="Inter"/>
              </a:rPr>
              <a:t>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Highlight what makes your startup unique.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94D6BA-34F8-8DEE-8AC0-131314DFAC87}"/>
              </a:ext>
            </a:extLst>
          </p:cNvPr>
          <p:cNvSpPr/>
          <p:nvPr/>
        </p:nvSpPr>
        <p:spPr>
          <a:xfrm>
            <a:off x="598785" y="689733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0C12268-6891-B475-BE5D-69304AFD2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2549CAB-B58E-48F4-1969-D9EB413B1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06120" y="568960"/>
            <a:ext cx="50800" cy="50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141413"/>
                </a:solidFill>
                <a:latin typeface="Inter"/>
              </a:rPr>
              <a:t>Marketing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64592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Describe how you will reach, acquire, and retain customers.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4172217-20C5-881B-1A4A-BAC3E406C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9C57249-C962-531D-AFD8-994DAC6E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76865" y="365760"/>
            <a:ext cx="101600" cy="1016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671830"/>
            <a:ext cx="63500" cy="635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41413"/>
                </a:solidFill>
                <a:latin typeface="Inter"/>
              </a:rPr>
              <a:t>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Explain how the startup becomes a sustainable business.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64FD5CE-114C-A304-0455-B84072FEE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CF6C93-4CCA-902D-31CE-EAFCE24AF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14184" y="377559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0068" y="630412"/>
            <a:ext cx="50800" cy="50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41413"/>
                </a:solidFill>
                <a:latin typeface="Inter"/>
              </a:rPr>
              <a:t>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Demonstrate that the solution can realistically be implemented.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BF9FC8-36BD-6223-5020-89406458A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02F739-5BAA-68CF-301C-E79C83126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433930"/>
            <a:ext cx="101600" cy="1016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6217920"/>
            <a:ext cx="63500" cy="635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41413"/>
                </a:solidFill>
                <a:latin typeface="Inter"/>
              </a:rPr>
              <a:t>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18872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Explain how the startup can grow over time.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56BDCA0-B0CB-B997-AEC6-22C66D5C73C7}"/>
              </a:ext>
            </a:extLst>
          </p:cNvPr>
          <p:cNvSpPr/>
          <p:nvPr/>
        </p:nvSpPr>
        <p:spPr>
          <a:xfrm>
            <a:off x="707677" y="630494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122D120-BDC9-55C4-F118-A4228FA5D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6" y="6205138"/>
            <a:ext cx="594935" cy="6400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E53D51E-60AE-442D-851A-BDEE737D1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99743"/>
            <a:ext cx="569974" cy="5699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76200" cy="76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640080"/>
            <a:ext cx="50800" cy="50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141413"/>
                </a:solidFill>
                <a:latin typeface="Inter"/>
              </a:rPr>
              <a:t>Competition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0AEA5"/>
                </a:solidFill>
                <a:latin typeface="Inter"/>
              </a:rPr>
              <a:t>Show your competitive positioning.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D7DE102-7453-B98C-0487-D0F29FD4B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50055"/>
            <a:ext cx="856473" cy="92146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7B05682-53FE-34BF-1891-E699D5EF5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313" y="120035"/>
            <a:ext cx="1836339" cy="122422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15E1F28-D525-C244-DF71-78EB88268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590" y="285432"/>
            <a:ext cx="886087" cy="8860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F7F87C-2427-1759-8D39-7840E1E426F2}"/>
              </a:ext>
            </a:extLst>
          </p:cNvPr>
          <p:cNvSpPr txBox="1"/>
          <p:nvPr/>
        </p:nvSpPr>
        <p:spPr>
          <a:xfrm>
            <a:off x="0" y="6037007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dirty="0">
                <a:latin typeface="Int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237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pranith kumar</cp:lastModifiedBy>
  <cp:revision>4</cp:revision>
  <dcterms:created xsi:type="dcterms:W3CDTF">2013-01-27T09:14:16Z</dcterms:created>
  <dcterms:modified xsi:type="dcterms:W3CDTF">2026-08-10T09:41:02Z</dcterms:modified>
  <cp:category/>
</cp:coreProperties>
</file>